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7" r:id="rId5"/>
    <p:sldId id="258" r:id="rId6"/>
    <p:sldId id="259" r:id="rId7"/>
  </p:sldIdLst>
  <p:sldSz cx="12192000" cy="6858000"/>
  <p:notesSz cx="7103745" cy="1023429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3465" y="3759835"/>
            <a:ext cx="6681470" cy="27813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675" y="529590"/>
            <a:ext cx="6652260" cy="278066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631190" y="1233805"/>
            <a:ext cx="3488690" cy="2016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商業用地，公共設施為主</a:t>
            </a:r>
            <a:endParaRPr lang="zh-TW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位於主要交通樞紐</a:t>
            </a:r>
            <a:endParaRPr lang="zh-TW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離桃園比較近，未來與桃園航空城產業園區較有機會</a:t>
            </a:r>
            <a:endParaRPr lang="zh-TW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附近許多商圈</a:t>
            </a:r>
            <a:endParaRPr lang="zh-TW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鄰近立法院政府機關</a:t>
            </a:r>
            <a:endParaRPr lang="zh-TW" altLang="en-US"/>
          </a:p>
          <a:p>
            <a:pPr marL="285750" indent="-285750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775970" y="284480"/>
            <a:ext cx="3009265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800"/>
              <a:t>地點優勢</a:t>
            </a:r>
            <a:endParaRPr lang="zh-TW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內容版面配置區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9165" y="1854200"/>
            <a:ext cx="8434070" cy="435165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775970" y="284480"/>
            <a:ext cx="3009265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800"/>
              <a:t>地點優勢</a:t>
            </a:r>
            <a:endParaRPr lang="zh-TW" altLang="en-US" sz="2800"/>
          </a:p>
        </p:txBody>
      </p:sp>
      <p:sp>
        <p:nvSpPr>
          <p:cNvPr id="6" name="文字方塊 5"/>
          <p:cNvSpPr txBox="1"/>
          <p:nvPr/>
        </p:nvSpPr>
        <p:spPr>
          <a:xfrm>
            <a:off x="631190" y="1233805"/>
            <a:ext cx="348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/>
            <a:r>
              <a:rPr lang="en-US" altLang="zh-TW"/>
              <a:t>intel</a:t>
            </a:r>
            <a:r>
              <a:rPr lang="zh-TW" altLang="en-US"/>
              <a:t>原本的地點離市中心遠</a:t>
            </a:r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70" y="1735455"/>
            <a:ext cx="9601200" cy="482346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75970" y="1033145"/>
            <a:ext cx="725551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/>
              <a:t>主要有開放式工作區，以及會議空間，適合辦公為主的企業</a:t>
            </a:r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775970" y="284480"/>
            <a:ext cx="3009265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800"/>
              <a:t>行銷特色</a:t>
            </a:r>
            <a:endParaRPr lang="zh-TW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20" y="1425575"/>
            <a:ext cx="10018395" cy="538416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775970" y="916305"/>
            <a:ext cx="60198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/>
              <a:t>目標客群以</a:t>
            </a:r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775970" y="284480"/>
            <a:ext cx="3009265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800"/>
              <a:t>行銷特色</a:t>
            </a:r>
            <a:endParaRPr lang="zh-TW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內容版面配置區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7840" y="2208530"/>
            <a:ext cx="8498205" cy="431482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75970" y="1108075"/>
            <a:ext cx="6680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混和零售商店，較舒適的工作環境</a:t>
            </a:r>
            <a:endParaRPr lang="zh-TW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sym typeface="+mn-ea"/>
              </a:rPr>
              <a:t>針對文化資產周邊與重要地標應有良好設計規範</a:t>
            </a:r>
            <a:r>
              <a:rPr lang="en-US" altLang="zh-TW">
                <a:sym typeface="+mn-ea"/>
              </a:rPr>
              <a:t>(</a:t>
            </a:r>
            <a:r>
              <a:rPr lang="zh-TW" altLang="en-US">
                <a:sym typeface="+mn-ea"/>
              </a:rPr>
              <a:t>通檢</a:t>
            </a:r>
            <a:r>
              <a:rPr lang="en-US" altLang="zh-TW">
                <a:sym typeface="+mn-ea"/>
              </a:rPr>
              <a:t>)</a:t>
            </a:r>
            <a:endParaRPr lang="en-US" altLang="zh-TW">
              <a:sym typeface="+mn-ea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75970" y="284480"/>
            <a:ext cx="3009265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2800"/>
              <a:t>行銷特色</a:t>
            </a:r>
            <a:endParaRPr lang="zh-TW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WPS Presentation</Application>
  <PresentationFormat>宽屏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新細明體</vt:lpstr>
      <vt:lpstr>Wingdings</vt:lpstr>
      <vt:lpstr>Calibri Light</vt:lpstr>
      <vt:lpstr>新細明體</vt:lpstr>
      <vt:lpstr>Calibri</vt:lpstr>
      <vt:lpstr>Microsoft YaHei</vt:lpstr>
      <vt:lpstr>SimSun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user</cp:lastModifiedBy>
  <cp:revision>1</cp:revision>
  <dcterms:created xsi:type="dcterms:W3CDTF">2025-05-09T05:24:11Z</dcterms:created>
  <dcterms:modified xsi:type="dcterms:W3CDTF">2025-05-09T07:38:33Z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